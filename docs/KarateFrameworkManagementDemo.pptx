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frame: Unit tests prove the code is correct; Karate proves the deployment is correct. This deck covers what it is, what it can and can't do, how it compares, who benefits, what it costs, and the production-safety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before the tool. These three gaps are why we need a post-deploy smoke layer that doesn't depend on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sentence to repeat. Two layers, two jobs. Neither replaces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Smoke tests belong AFTER deployment, not in the build. That split is deliberate and is what makes them work on restricted runners.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early in the live demo. The 'zero Java' point is what makes QA co-ownership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showcase scenario. The 'contains only' timeline assertion is the strongest audit point for a bank — it proves mandatory checks weren't bypassed.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framing makes you sound like you own the tool. Native/interop/paid — almost every 'can it do X' falls into one of these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all free, no Java. Lead with reporting and data-driven for a management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limits builds credibility. None of these are surprises and most are 'different layer', not 'gap'.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oversell. Position Karate as best-fit for this layer and these constraints, not best at all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'this doesn't test real Kafka' objection: we have a separate full framework for that. This makes you look like you understand the pyramid.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Calibrate the QA point live: simple tests yes; data-driven/JS still needs a developer to seed. 'QA owns and extends, Dev seeds.' Don't imply we cut developer involvement.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licence is about WHICH code talks to Kafka, not where our infra runs. Our own helper is free; the paid add-on only buys a ready-made keyword we don't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bank this slide is what gets it approved. Be honest: layers 1-4 are conventions; layer 5 (server rejecting automation headers) is the only hard control — recommend implementing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management remembers. The break-even point is the key business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these five. The Kafka, licence and prod-safety answers are the ones most likely to come up in a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concrete, low-risk ask: read-only checks against QA first. Easy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3840480" cy="3840480"/>
          </a:xfrm>
          <a:prstGeom prst="ellipse">
            <a:avLst/>
          </a:prstGeom>
          <a:solidFill>
            <a:srgbClr val="16335A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754880"/>
            <a:ext cx="3291840" cy="3291840"/>
          </a:xfrm>
          <a:prstGeom prst="ellipse">
            <a:avLst/>
          </a:prstGeom>
          <a:solidFill>
            <a:srgbClr val="1633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71600"/>
            <a:ext cx="868680" cy="868680"/>
          </a:xfrm>
          <a:prstGeom prst="ellipse">
            <a:avLst/>
          </a:prstGeom>
          <a:solidFill>
            <a:srgbClr val="0F8A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5727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5146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CI Test Framework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API smoke testing with Karate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= Karate   </a:t>
            </a:r>
            <a:pPr indent="0" marL="0">
              <a:buNone/>
            </a:pPr>
            <a:r>
              <a:rPr lang="en-US" sz="1300" dirty="0">
                <a:solidFill>
                  <a:srgbClr val="8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HTTP call   </a:t>
            </a:r>
            <a:pPr indent="0" marL="0">
              <a:buNone/>
            </a:pPr>
            <a:r>
              <a:rPr lang="en-US" sz="1300" dirty="0">
                <a:solidFill>
                  <a:srgbClr val="E8C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your service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for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B8730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today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unit tests prove the code compiles. Nothing today automatically proves the deployed service is healthy.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47472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B23A3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3230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108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Regressions caught late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68680" y="374904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manual QA days later, or in production — not minutes after the change.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270248" y="1965960"/>
            <a:ext cx="347472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90288" y="2286000"/>
            <a:ext cx="640080" cy="640080"/>
          </a:xfrm>
          <a:prstGeom prst="ellipse">
            <a:avLst/>
          </a:prstGeom>
          <a:solidFill>
            <a:srgbClr val="B8730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43230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0288" y="3108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post-deploy gate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590288" y="374904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we deploy to QA/UAT, nothing automatically checks the environment is actually working.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991856" y="1965960"/>
            <a:ext cx="347472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11896" y="2286000"/>
            <a:ext cx="640080" cy="640080"/>
          </a:xfrm>
          <a:prstGeom prst="ellipse">
            <a:avLst/>
          </a:prstGeom>
          <a:solidFill>
            <a:srgbClr val="5A4FB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43230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11896" y="3108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Restricted CI runners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311896" y="374904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build agents can't start Docker, Testcontainers, or embedded Kafka — so container-based tests can't run there.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in one 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protects the build.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Karate protects the release.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657600"/>
            <a:ext cx="5120640" cy="2651760"/>
          </a:xfrm>
          <a:prstGeom prst="roundRect">
            <a:avLst>
              <a:gd name="adj" fmla="val 3103"/>
            </a:avLst>
          </a:prstGeom>
          <a:solidFill>
            <a:srgbClr val="16335A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3977640"/>
            <a:ext cx="603504" cy="603504"/>
          </a:xfrm>
          <a:prstGeom prst="ellipse">
            <a:avLst/>
          </a:prstGeom>
          <a:solidFill>
            <a:srgbClr val="5A4FB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41148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3950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stage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74520" y="43342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Mockito + MockMvc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4937760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JVM. No Docker. Catches broken logic before anything ships.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63640" y="3657600"/>
            <a:ext cx="5120640" cy="2651760"/>
          </a:xfrm>
          <a:prstGeom prst="roundRect">
            <a:avLst>
              <a:gd name="adj" fmla="val 3103"/>
            </a:avLst>
          </a:prstGeom>
          <a:solidFill>
            <a:srgbClr val="16335A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3977640"/>
            <a:ext cx="603504" cy="603504"/>
          </a:xfrm>
          <a:prstGeom prst="ellipse">
            <a:avLst/>
          </a:prstGeom>
          <a:solidFill>
            <a:srgbClr val="0F8A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41148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3950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stage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360920" y="43342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Karate smoke tests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83680" y="4937760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against the deployed service over real HTTP. Catches config, network and environment failures unit tests can't.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5A4FB0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fits the pipeline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22128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4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41732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4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 -Pcomponent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JUnit, Mockito, MockMvc.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Docker, no broker.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200400" y="3474720"/>
            <a:ext cx="219456" cy="0"/>
          </a:xfrm>
          <a:prstGeom prst="line">
            <a:avLst/>
          </a:prstGeom>
          <a:noFill/>
          <a:ln w="25400">
            <a:solidFill>
              <a:srgbClr val="9AA7B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56432" y="201168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85032" y="22128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325112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3685032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to QA / SIT / UAT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85032" y="3611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goes live in the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environment.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108192" y="3474720"/>
            <a:ext cx="219456" cy="0"/>
          </a:xfrm>
          <a:prstGeom prst="line">
            <a:avLst/>
          </a:prstGeom>
          <a:noFill/>
          <a:ln w="25400">
            <a:solidFill>
              <a:srgbClr val="9AA7B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364224" y="201168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92824" y="22128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232904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592824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8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verify -Psmoke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92824" y="3611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Karate hits the running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over real HTTP.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015984" y="3474720"/>
            <a:ext cx="219456" cy="0"/>
          </a:xfrm>
          <a:prstGeom prst="line">
            <a:avLst/>
          </a:prstGeom>
          <a:noFill/>
          <a:ln w="25400">
            <a:solidFill>
              <a:srgbClr val="9AA7B6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272016" y="201168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500616" y="22128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7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10140696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 gate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9500616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73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verify -Pprod-smoke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500616" y="36118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health checks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only. Zero data written.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Maven, same GoCD pipeline, same EKS network — no new tooling and nothing leaves our network.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0F8A6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test actually looks like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6126480" cy="4206240"/>
          </a:xfrm>
          <a:prstGeom prst="roundRect">
            <a:avLst>
              <a:gd name="adj" fmla="val 1957"/>
            </a:avLst>
          </a:prstGeom>
          <a:solidFill>
            <a:srgbClr val="0F2440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783080"/>
            <a:ext cx="5577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FD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Scenario: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C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is healthy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9A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Given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C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baseUrl + '/actuator/health'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9A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C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get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9A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C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200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9A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C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response contains { service: '#string' }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040880" y="17830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imports, no class, no annotations — this is the entire test.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/ When / Then maps directly to HTTP: set up, call, assert.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QA engineer or business analyst can read it without knowing Java.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'#string' is a fuzzy match — checks the field exists and is a string.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0F8A6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loan approval flow</a:t>
            </a:r>
            <a:endParaRPr lang="en-US" sz="2700" dirty="0"/>
          </a:p>
        </p:txBody>
      </p:sp>
      <p:pic>
        <p:nvPicPr>
          <p:cNvPr id="5" name="Image 1" descr="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325880"/>
            <a:ext cx="4158234" cy="4892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4630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behaves like a real customer: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566928" y="2093976"/>
            <a:ext cx="146304" cy="146304"/>
          </a:xfrm>
          <a:prstGeom prst="ellipse">
            <a:avLst/>
          </a:prstGeom>
          <a:solidFill>
            <a:srgbClr val="0F8A6B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198424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Submits a loan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68680" y="235000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/api/loans returns 202 Accepted and echoes the idempotency key.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0F8A6B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294436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Waits for the decision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68680" y="331012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runs the full pipeline — KYC, credit, fraud, underwriting, offer.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66928" y="4014216"/>
            <a:ext cx="146304" cy="146304"/>
          </a:xfrm>
          <a:prstGeom prst="ellipse">
            <a:avLst/>
          </a:prstGeom>
          <a:solidFill>
            <a:srgbClr val="0F8A6B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0448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it did the right thing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868680" y="427024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'contains only' proves all 8 regulated stages ran — none skipped, none added.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4974336"/>
            <a:ext cx="146304" cy="146304"/>
          </a:xfrm>
          <a:prstGeom prst="ellipse">
            <a:avLst/>
          </a:prstGeom>
          <a:solidFill>
            <a:srgbClr val="0F8A6B"/>
          </a:solidFill>
          <a:ln/>
        </p:spPr>
      </p:sp>
      <p:sp>
        <p:nvSpPr>
          <p:cNvPr id="17" name="Text 13"/>
          <p:cNvSpPr/>
          <p:nvPr/>
        </p:nvSpPr>
        <p:spPr>
          <a:xfrm>
            <a:off x="868680" y="486460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Looks it up again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868680" y="523036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GET confirms the loan was persisted — read-after-write consistency.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5A4FB0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answer 'can it do X?' — three tiers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474720" cy="39319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8FD8C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core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645920" y="22494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(MIT)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27889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SOAP/XML, GraphQL, assertions, data-driven, retry, reporting, mock server, performance.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68680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Java needed.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270248" y="1554480"/>
            <a:ext cx="3474720" cy="39319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90288" y="1874520"/>
            <a:ext cx="640080" cy="640080"/>
          </a:xfrm>
          <a:prstGeom prst="ellipse">
            <a:avLst/>
          </a:prstGeom>
          <a:solidFill>
            <a:srgbClr val="C9A6F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0116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67528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interop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5367528" y="22494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(you write it)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90288" y="27889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any Java library from a feature file — Kafka, JDBC, gRPC stubs, cloud SDKs.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90288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 Kafka.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991856" y="1554480"/>
            <a:ext cx="3474720" cy="3931920"/>
          </a:xfrm>
          <a:prstGeom prst="roundRect">
            <a:avLst>
              <a:gd name="adj" fmla="val 2368"/>
            </a:avLst>
          </a:prstGeom>
          <a:solidFill>
            <a:srgbClr val="F3F6FA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11896" y="1874520"/>
            <a:ext cx="640080" cy="640080"/>
          </a:xfrm>
          <a:prstGeom prst="ellipse">
            <a:avLst/>
          </a:prstGeom>
          <a:solidFill>
            <a:srgbClr val="E8C2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0116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89136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add-ons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089136" y="22494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(Karate Labs)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311896" y="27889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keywords for async Kafka / gRPC / WebSocket; AI, SSO, RBAC, audit platform.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311896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use these.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0F8A6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Karate can do — native, free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892808"/>
            <a:ext cx="566928" cy="566928"/>
          </a:xfrm>
          <a:prstGeom prst="ellipse">
            <a:avLst/>
          </a:prstGeom>
          <a:solidFill>
            <a:srgbClr val="0F8A6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2996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7647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&amp; protocols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600200" y="21305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REST/JSON, SOAP/XML, GraphQL, multipart upload, text &amp; binary.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263640" y="160020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1892808"/>
            <a:ext cx="566928" cy="566928"/>
          </a:xfrm>
          <a:prstGeom prst="ellipse">
            <a:avLst/>
          </a:prstGeom>
          <a:solidFill>
            <a:srgbClr val="0F8A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2996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0" y="17647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assertions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315200" y="21305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vs partial match, fuzzy types (#string, #regex), JsonPath, XPath.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297180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3264408"/>
            <a:ext cx="566928" cy="566928"/>
          </a:xfrm>
          <a:prstGeom prst="ellipse">
            <a:avLst/>
          </a:prstGeom>
          <a:solidFill>
            <a:srgbClr val="0F8A6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40156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31363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600200" y="35021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Outline + Examples table — add a row, not a method.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263640" y="297180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37960" y="3264408"/>
            <a:ext cx="566928" cy="566928"/>
          </a:xfrm>
          <a:prstGeom prst="ellipse">
            <a:avLst/>
          </a:prstGeom>
          <a:solidFill>
            <a:srgbClr val="0F8A6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40156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31363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async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315200" y="35021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feature files, callSingle, retry-until polling for async APIs.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548640" y="434340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22960" y="4636008"/>
            <a:ext cx="566928" cy="566928"/>
          </a:xfrm>
          <a:prstGeom prst="ellipse">
            <a:avLst/>
          </a:prstGeom>
          <a:solidFill>
            <a:srgbClr val="0F8A6B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773168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600200" y="45079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650" dirty="0"/>
          </a:p>
        </p:txBody>
      </p:sp>
      <p:sp>
        <p:nvSpPr>
          <p:cNvPr id="29" name="Text 21"/>
          <p:cNvSpPr/>
          <p:nvPr/>
        </p:nvSpPr>
        <p:spPr>
          <a:xfrm>
            <a:off x="1600200" y="48737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HTML report: every request/response, timing, colour diff.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6263640" y="434340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537960" y="4636008"/>
            <a:ext cx="566928" cy="566928"/>
          </a:xfrm>
          <a:prstGeom prst="ellipse">
            <a:avLst/>
          </a:prstGeom>
          <a:solidFill>
            <a:srgbClr val="0F8A6B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773168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315200" y="45079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&amp; performance</a:t>
            </a:r>
            <a:endParaRPr lang="en-US" sz="1650" dirty="0"/>
          </a:p>
        </p:txBody>
      </p:sp>
      <p:sp>
        <p:nvSpPr>
          <p:cNvPr id="34" name="Text 25"/>
          <p:cNvSpPr/>
          <p:nvPr/>
        </p:nvSpPr>
        <p:spPr>
          <a:xfrm>
            <a:off x="7315200" y="48737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HTTP mock server; reuse the same tests as Gatling load tests.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B8730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Karate can't do — honest limits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892808"/>
            <a:ext cx="566928" cy="566928"/>
          </a:xfrm>
          <a:prstGeom prst="ellipse">
            <a:avLst/>
          </a:prstGeom>
          <a:solidFill>
            <a:srgbClr val="B8730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2996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7647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native free messaging keyword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600200" y="21305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JMS need Java interop (free, what we did) or a paid add-on.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63640" y="160020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1892808"/>
            <a:ext cx="566928" cy="566928"/>
          </a:xfrm>
          <a:prstGeom prst="ellipse">
            <a:avLst/>
          </a:prstGeom>
          <a:solidFill>
            <a:srgbClr val="B8730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2996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0" y="17647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JVM mocking tool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315200" y="21305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mock Java objects like Mockito — that's the component-test layer.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297180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3264408"/>
            <a:ext cx="566928" cy="566928"/>
          </a:xfrm>
          <a:prstGeom prst="ellipse">
            <a:avLst/>
          </a:prstGeom>
          <a:solidFill>
            <a:srgbClr val="B8730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40156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31363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Manages no infrastructure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600200" y="35021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start Docker, Testcontainers or a broker — you bring those.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63640" y="297180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37960" y="3264408"/>
            <a:ext cx="566928" cy="566928"/>
          </a:xfrm>
          <a:prstGeom prst="ellipse">
            <a:avLst/>
          </a:prstGeom>
          <a:solidFill>
            <a:srgbClr val="B8730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40156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31363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consumer-driven contracts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7315200" y="35021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Pact-style; it's example/assertion-based, not contract-broker-based.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48640" y="434340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22960" y="4636008"/>
            <a:ext cx="566928" cy="566928"/>
          </a:xfrm>
          <a:prstGeom prst="ellipse">
            <a:avLst/>
          </a:prstGeom>
          <a:solidFill>
            <a:srgbClr val="B8730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773168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600200" y="45079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heavy UI / visual tool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1600200" y="48737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/ Playwright are stronger for complex browser &amp; pixel testing.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263640" y="434340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537960" y="4636008"/>
            <a:ext cx="566928" cy="566928"/>
          </a:xfrm>
          <a:prstGeom prst="ellipse">
            <a:avLst/>
          </a:prstGeom>
          <a:solidFill>
            <a:srgbClr val="B8730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773168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315200" y="45079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security scanner / APM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7315200" y="48737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SAST/DAST; response-time is a coarse gate, not deep tracing.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5A4FB0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Karate vs the alternatives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RestAssured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Cucumber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can write 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8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+ QA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devs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QA, manually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(glue code)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in Git with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8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8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cloud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8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 CI (mvn verify)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8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8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(Newman)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8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/ poll for async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8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Awaitility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8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 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 + glue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8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HTML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plugin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tooling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plugin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Glue / boilerplate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8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classes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definitions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best-at-everything — best fit for a post-deploy API layer that Dev and QA co-own.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5A4FB0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complements, not replaces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frameworks, two layers — both already built.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3504" y="1965960"/>
            <a:ext cx="7772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11226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tests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5328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JUnit + Mockito + MockMvc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2148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Build-time. Validates logic against the code. No HTTP.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3504" y="3200400"/>
            <a:ext cx="9326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334670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smoke (this)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14400" y="3767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8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Karate, no Docker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0" y="33832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Post-deploy. Validates the deployed API contract &amp; health.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03504" y="443484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4400" y="458114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event framework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14400" y="50017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73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Karate + Testcontainers + WireMock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0" y="46177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integration: real Kafka, DLT routing, third-party stubs.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about the middle layer. We own all three — that's the full testing pyramid.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0F8A6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837944"/>
            <a:ext cx="548640" cy="548640"/>
          </a:xfrm>
          <a:prstGeom prst="ellipse">
            <a:avLst/>
          </a:prstGeom>
          <a:solidFill>
            <a:srgbClr val="5A4FB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96596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72768" y="17007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572768" y="20574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framework, not five bolted together. Tests live in Git, reviewed in PRs.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63640" y="155448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1837944"/>
            <a:ext cx="548640" cy="548640"/>
          </a:xfrm>
          <a:prstGeom prst="ellipse">
            <a:avLst/>
          </a:prstGeom>
          <a:solidFill>
            <a:srgbClr val="0F8A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196596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87768" y="17007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/ Testers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287768" y="20574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own tests in plain English — no Java for the common cases.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285292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3136392"/>
            <a:ext cx="548640" cy="548640"/>
          </a:xfrm>
          <a:prstGeom prst="ellipse">
            <a:avLst/>
          </a:prstGeom>
          <a:solidFill>
            <a:srgbClr val="2E7D4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26440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72768" y="2999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572768" y="33558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post-deploy gate we don't have today. Zero licence cost. Same pipeline.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63640" y="285292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37960" y="3136392"/>
            <a:ext cx="548640" cy="548640"/>
          </a:xfrm>
          <a:prstGeom prst="ellipse">
            <a:avLst/>
          </a:prstGeom>
          <a:solidFill>
            <a:srgbClr val="16335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326440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87768" y="2999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287768" y="33558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restricted CI; clean two-layer split; respects our constraints.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48640" y="415137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B8730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562856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72768" y="4297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/ SRE</a:t>
            </a:r>
            <a:endParaRPr lang="en-US" sz="1650" dirty="0"/>
          </a:p>
        </p:txBody>
      </p:sp>
      <p:sp>
        <p:nvSpPr>
          <p:cNvPr id="29" name="Text 21"/>
          <p:cNvSpPr/>
          <p:nvPr/>
        </p:nvSpPr>
        <p:spPr>
          <a:xfrm>
            <a:off x="1572768" y="46542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health &amp; SLA gate in the pipeline — deploy confidence, no data risk.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263640" y="415137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537960" y="4434840"/>
            <a:ext cx="548640" cy="548640"/>
          </a:xfrm>
          <a:prstGeom prst="ellipse">
            <a:avLst/>
          </a:prstGeom>
          <a:solidFill>
            <a:srgbClr val="B23A3A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976" y="4562856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287768" y="4297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/ Risk</a:t>
            </a:r>
            <a:endParaRPr lang="en-US" sz="1650" dirty="0"/>
          </a:p>
        </p:txBody>
      </p:sp>
      <p:sp>
        <p:nvSpPr>
          <p:cNvPr id="34" name="Text 25"/>
          <p:cNvSpPr/>
          <p:nvPr/>
        </p:nvSpPr>
        <p:spPr>
          <a:xfrm>
            <a:off x="7287768" y="46542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Per-release HTML evidence; read-only in prod; nothing leaves our network.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2E7D46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 &amp; cost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828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framework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 — free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this framework uses: HTTP, assertions, reporting, mock server, CI/CD execution.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70248" y="155448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90288" y="1828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interop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90288" y="2286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4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90288" y="288036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Kafka helpers using the standard Apache Kafka client. We wrote it; nothing to licence.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991856" y="155448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11896" y="1828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add-ons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311896" y="2286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7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311896" y="288036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Kafka / gRPC / WebSocket keywords + AI/SSO/RBAC platform. We use none of these.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61772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0F2440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61772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pay:  </a:t>
            </a:r>
            <a:pPr indent="0" marL="0">
              <a:buNone/>
            </a:pPr>
            <a:r>
              <a:rPr lang="en-US" sz="2400" b="1" dirty="0">
                <a:solidFill>
                  <a:srgbClr val="0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B23A3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safety — defense in depth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Karate only calls the URL you give it. Five layers keep it read-only in production.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05740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1214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1520" y="2788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folders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tests and prod-safe tests live in different folders.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70632" y="1965960"/>
            <a:ext cx="205740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953512" y="21214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953512" y="2788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2953512" y="338328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@prod-safe vs @write — the pipeline filters on them.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92624" y="1965960"/>
            <a:ext cx="205740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75504" y="21214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175504" y="2788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Hard-wired runner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175504" y="338328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 runner only reads the prod-smoke folder — it can't reach write tests.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214616" y="1965960"/>
            <a:ext cx="205740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97496" y="21214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397496" y="2788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guard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397496" y="338328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karate-config.js flags the prod environment and tightens timeouts.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436608" y="1965960"/>
            <a:ext cx="2057400" cy="2697480"/>
          </a:xfrm>
          <a:prstGeom prst="roundRect">
            <a:avLst>
              <a:gd name="adj" fmla="val 4000"/>
            </a:avLst>
          </a:prstGeom>
          <a:solidFill>
            <a:srgbClr val="FBEEEE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619488" y="21214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619488" y="2788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reject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9619488" y="338328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refuses automation headers — the one hard control.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QA/SIT Karate validates the full contract including writes. In production it is strictly read-only — proving the deploy is healthy without touching business data.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206240"/>
            <a:ext cx="3840480" cy="3840480"/>
          </a:xfrm>
          <a:prstGeom prst="ellipse">
            <a:avLst/>
          </a:prstGeom>
          <a:solidFill>
            <a:srgbClr val="16335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 investment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16335A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days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regression per release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20440" y="182880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16335A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240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min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0332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checks in CI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16335A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240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7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4652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to break even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16335A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240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8972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cost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937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replacing manual regression time — not adding new work. Every regression caught automatically is an incident avoided.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85216" cy="585216"/>
          </a:xfrm>
          <a:prstGeom prst="ellipse">
            <a:avLst/>
          </a:prstGeom>
          <a:solidFill>
            <a:srgbClr val="5A4FB0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5321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to expect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664208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4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25880" y="164592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it test our Kafka events?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0" y="1645920"/>
            <a:ext cx="5806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via Java interop, which we built in the full framework. No native free keyword; the add-on is paid and we don't need it.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548640" y="2487168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2596896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4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325880" y="257860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a licence cost?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669280" y="2578608"/>
            <a:ext cx="5806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Core is MIT, free for CI/CD. We use nothing that's paid.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548640" y="3419856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3529584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4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325880" y="351129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stops it writing to prod?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669280" y="3511296"/>
            <a:ext cx="5806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ending in the service rejecting automation headers — the one hard control.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548640" y="4352544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4462272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4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325880" y="4443984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QA really write these without Java?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669280" y="4443984"/>
            <a:ext cx="5806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tests yes. Data-driven needs a developer to seed. QA owns and extends; Dev seeds.</a:t>
            </a:r>
            <a:endParaRPr lang="en-US" sz="1280" dirty="0"/>
          </a:p>
        </p:txBody>
      </p:sp>
      <p:sp>
        <p:nvSpPr>
          <p:cNvPr id="21" name="Shape 18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7240" y="5394960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4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325880" y="537667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vendor disappears?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5669280" y="5376672"/>
            <a:ext cx="5806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open source, backed by Karate Labs (used by 76 of the Fortune 500). Commercial support exists if we ever want it.</a:t>
            </a:r>
            <a:endParaRPr lang="en-US" sz="12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188720"/>
            <a:ext cx="3474720" cy="3474720"/>
          </a:xfrm>
          <a:prstGeom prst="ellipse">
            <a:avLst/>
          </a:prstGeom>
          <a:solidFill>
            <a:srgbClr val="16335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1234440"/>
            <a:ext cx="868680" cy="868680"/>
          </a:xfrm>
          <a:prstGeom prst="ellipse">
            <a:avLst/>
          </a:prstGeom>
          <a:solidFill>
            <a:srgbClr val="0F8A6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43560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331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338328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Karate as the post-deploy API smoke layer in the GoCD pipeline.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health, auth and read-only checks against QA — zero risk, immediate value.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server-side automation-header guard before any production use.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coverage per the Definition of Done: one smoke test per new endpoint.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Lightweight CI Test Framework</dc:title>
  <dc:subject>PptxGenJS Presentation</dc:subject>
  <dc:creator>IDFC FIRST Bank</dc:creator>
  <cp:lastModifiedBy>IDFC FIRST Bank</cp:lastModifiedBy>
  <cp:revision>1</cp:revision>
  <dcterms:created xsi:type="dcterms:W3CDTF">2026-06-17T09:38:13Z</dcterms:created>
  <dcterms:modified xsi:type="dcterms:W3CDTF">2026-06-17T09:38:13Z</dcterms:modified>
</cp:coreProperties>
</file>